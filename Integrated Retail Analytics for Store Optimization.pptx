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d382e5a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d382e5a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d382e5ac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d382e5ac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d382e5ac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d382e5a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d382e5ac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d382e5ac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d382e5ac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d382e5ac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d382e5ac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d382e5ac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d382e5ac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d382e5ac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C25"/>
                </a:solidFill>
                <a:highlight>
                  <a:srgbClr val="FFFFFF"/>
                </a:highlight>
              </a:rPr>
              <a:t>Integrated Retail Analytics for Store Optimization</a:t>
            </a:r>
            <a:endParaRPr b="1" sz="6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800" y="-86275"/>
            <a:ext cx="7286199" cy="522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389"/>
            <a:ext cx="9143999" cy="5085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11" y="0"/>
            <a:ext cx="882097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605325"/>
            <a:ext cx="89249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70" y="0"/>
            <a:ext cx="837546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2478"/>
            <a:ext cx="9143999" cy="411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